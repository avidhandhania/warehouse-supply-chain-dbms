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73736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Warehouse and Supply Chain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375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E3DF"/>
                </a:solidFill>
                <a:latin typeface="Calibri"/>
              </a:rPr>
              <a:t>Digital Assignment 1  •  Database Management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2A9D8F"/>
                </a:solidFill>
                <a:latin typeface="Calibri"/>
              </a:rPr>
              <a:t>ER / EER Model and Normalization up to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57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Safwaan Mohamed S (25BCE1188)   •   Avi Dhandhania (25BCE1207)   •   Priyal Bhalla (25BCE1261)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The problem, objectives and scope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Entities, attributes and relationships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The ER model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The EER model — the same design, extended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Turning the model into tables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Normalization: UNF → 1NF → 2NF → 3NF → BCNF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The final schema, and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The trouble is not missing data — it is the same data stored more than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A warehouse must always know: what stock is where, who supplies it, and where each order has reached.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In practice those three answers live in three separate places, and nothing keeps them in agreement.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So the same fact gets stored twice — a customer's address on every order, a product's name on every order 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Correct one copy, miss another, and the data contradicts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What That Duplication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Insert problem — a new customer cannot be recorded until they place an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Delete problem — deleting a customer's last order erases the customer.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Update problem — renaming a product means editing many rows; miss one and the two disagree.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Unreliable stock — the quantity on hand is kept in more than one place.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These are the insert, delete and update anomalies. Normalization removes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1. 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Identify the entities, attributes and relationships.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Draw the ER model, then extend the same model into an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Convert the model into relational tables.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Normalize every table from UNF up to BCNF, showing each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In scope: 7 entities — warehouse, product, supplier, customer, orders, shipment, employee.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Out of scope: SQL and PL/SQL (DA2), and a modern database (DA3).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2. The Seven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the key attribute identifies one row, and is underlined in every diagram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047" y="2546603"/>
          <a:ext cx="105156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603504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Entity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Key attribute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Other attributes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WAREHOUSE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WarehouseID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WName, City, Capacity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PName, Category, UnitPrice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SUPPLIER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SupplierID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SName, City, Phone (many per supplier)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CustomerID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CName, Address (Street + City + Pincode),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ORDERS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OrderID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OrderDate, Status, TotalAmt (calculated)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ShipmentID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DispatchDate, DeliveryDate,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EMPLOYEE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EmpID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EName, Role, Salary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3. The Seven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1:N means one row links to many; M:N means many on both sides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8167" y="2546603"/>
          <a:ext cx="8595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146304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Between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SUPPLIES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SUPPLIER – PRODUCT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STORED_IN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PRODUCT –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CONTAINS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PRODUCT – ORDERS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WORKS_AT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WAREHOUSE – EMPLOYEE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PLACES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CUSTOMER – ORDERS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SHIPPED_BY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ORDERS – 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DISPATCHED_FROM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WAREHOUSE – SHIPMENT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4. The ER Model</a:t>
            </a:r>
          </a:p>
        </p:txBody>
      </p:sp>
      <p:pic>
        <p:nvPicPr>
          <p:cNvPr id="4" name="Picture 3" descr="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87" y="1042416"/>
            <a:ext cx="9773919" cy="56692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The EER Model — the Same Design, Extended</a:t>
            </a:r>
          </a:p>
        </p:txBody>
      </p:sp>
      <p:pic>
        <p:nvPicPr>
          <p:cNvPr id="4" name="Picture 3" descr="e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87" y="1042416"/>
            <a:ext cx="9773919" cy="566927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What EER Added,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each addition describes something plain ER cannot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2407" y="2546603"/>
          <a:ext cx="932688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120640"/>
              </a:tblGrid>
              <a:tr h="42062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EER feature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Weak entity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ORDER_ITEM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Specialization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EMPLOYEE → MANAGER, DRIVER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Specialization (partial)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PRODUCT → PERISHABLE_PRODUCT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Multivalued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SUPPLIER.Phone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Composite attribute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CUSTOMER.Address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Derived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ORDERS.TotalAmt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Recursive relationship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EMPLOYEE SUPERVISES EMPLOYEE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5. The Weak Entity,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why ORDER_ITEM is drawn differently from every other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ORDER_ITEM cannot exist on its own — an order line means nothing without its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ItemNo (1, 2, 3 …) is only unique inside one order, so it is a partial key — shown with a dashed underline.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Its real key is therefore OrderID + ItemNo.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Drawn with a double border; the diamond joining it to ORDERS is a double diamond, meaning that relationship gives it its identity.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It replaces the M:N CONTAINS relationship from the ER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6. Turning the Model into Tables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the standard mapping rules — they produce 16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Each entity becomes one table, and its key attribute becomes the primary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Each 1:N relationship becomes a foreign key stored on the 'many' side.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Each M:N relationship becomes a new table whose primary key is the two keys put together.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Each multivalued attribute becomes its own small table.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Each composite attribute becomes one column per part.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A derived attribute is not stored at all; it is calculated when needed.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A weak entity becomes a table keyed by its owner's key plus its own partial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A specialization becomes one table per subclass, each sharing the superclass's key.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How Normalization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06424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A9D8F"/>
                </a:solidFill>
                <a:latin typeface="Calibri"/>
              </a:rPr>
              <a:t>start with one bad table, then split it one rule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A functional dependency X → Y means: if you know X, then Y is fixed.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Example — CustID → CName: once you know the customer ID, the name is decided.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Each normal form is a rule about which dependencies a table may contain.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1NF — every cell holds one value.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2NF — no column depends on only part of the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3NF — no ordinary column decides another ordinary column.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BCNF — the left side of every dependency must be a key.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Where we start — Unnormalized Form (UNF)</a:t>
            </a:r>
          </a:p>
        </p:txBody>
      </p:sp>
      <p:pic>
        <p:nvPicPr>
          <p:cNvPr id="4" name="Picture 3" descr="norm_u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37574"/>
            <a:ext cx="11521440" cy="507896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First Normal Form (1NF)</a:t>
            </a:r>
          </a:p>
        </p:txBody>
      </p:sp>
      <p:pic>
        <p:nvPicPr>
          <p:cNvPr id="4" name="Picture 3" descr="norm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69363"/>
            <a:ext cx="11521440" cy="48153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Second Normal Form (2NF)</a:t>
            </a:r>
          </a:p>
        </p:txBody>
      </p:sp>
      <p:pic>
        <p:nvPicPr>
          <p:cNvPr id="4" name="Picture 3" descr="norm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170303"/>
            <a:ext cx="11521440" cy="54135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Third Normal Form (3NF)</a:t>
            </a:r>
          </a:p>
        </p:txBody>
      </p:sp>
      <p:pic>
        <p:nvPicPr>
          <p:cNvPr id="4" name="Picture 3" descr="norm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170303"/>
            <a:ext cx="11521440" cy="54135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7. Boyce-Codd Normal Form (BCNF)</a:t>
            </a:r>
          </a:p>
        </p:txBody>
      </p:sp>
      <p:pic>
        <p:nvPicPr>
          <p:cNvPr id="4" name="Picture 3" descr="norm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90" y="1042416"/>
            <a:ext cx="10995113" cy="56692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Final Schema — 16 Tables, All in BCNF</a:t>
            </a:r>
          </a:p>
        </p:txBody>
      </p:sp>
      <p:pic>
        <p:nvPicPr>
          <p:cNvPr id="4" name="Picture 3" descr="fi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26" y="1042416"/>
            <a:ext cx="11118441" cy="56692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8. Why the Design Is Now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Every fact is stored in exactly one place, so two rows can never disagree.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Correcting a product name, an address or a city's state is a single-row edit.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A supplier, product or customer can exist before appearing on any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Deleting an order cannot wipe out the customer who placed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TotalAmt is calculated, not stored, so it can never fall out of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One trade-off: the rule {OrderID, City} → DriverID now needs a trigger, which DA2 will add.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9.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525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DA2 — 18 September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Create the 16 tables in SQL with keys and constraints, load sample data, add the BCNF trigger, and write PL/SQL for receiving stock and dispatching orders.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DA3 — 23 October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555555"/>
                </a:solidFill>
                <a:latin typeface="Calibri"/>
              </a:rPr>
              <a:t>–  Rebuild on a graph database (Neo4j). Tracing a delivery back through shipment, order, warehouse and supplier is a chain of hops — one line in a graph query, but a fresh join for every step in SQL.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2A9D8F"/>
                </a:solidFill>
                <a:latin typeface="Calibri"/>
              </a:rPr>
              <a:t>7 entities  ·  7 relationships  ·  16 tables  ·  all in BCNF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FE3DF"/>
                </a:solidFill>
                <a:latin typeface="Calibri"/>
              </a:rPr>
              <a:t>Safwaan Mohamed S (25BCE1188)   •   Avi Dhandhania (25BCE1207)   •   Priyal Bhalla (25BCE1261)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