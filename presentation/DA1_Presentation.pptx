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74519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  <a:latin typeface="Calibri"/>
              </a:rPr>
              <a:t>Warehouse and Supply Chain Management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0" y="3310128"/>
            <a:ext cx="594360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44444"/>
                </a:solidFill>
                <a:latin typeface="Calibri"/>
              </a:rPr>
              <a:t>Digital Assignment 1, Database Management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0000"/>
                </a:solidFill>
                <a:latin typeface="Calibri"/>
              </a:rPr>
              <a:t>ER / EER Model and Normalization up to BCNF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libri"/>
              </a:rPr>
              <a:t>Safwaan Mohamed S (25BCE1188)   |   Avi Dhandhania (25BCE1207)   |   Priyal Bhalla (25BCE1261)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problem, objectives and scope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Entities, attributes and relationships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ER model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EER model, the same design extended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Turning the model into tables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Sample data and the functional dependencies it reveals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Normalization: UNF to 1NF to 2NF to 3NF to BCNF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decomposition end to end, the final schema, and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trouble is not missing data, it is the same data stored more than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warehouse must always know: what stock is where, who supplies it, and where each order has reached.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practice those three answers live in three separate places, and nothing keeps them in agreement.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the same fact gets stored twice: a customer's address on every order, a product's name on every order 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Correct one copy, miss another, and the data contradicts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What That Duplication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Insert problem: a new customer cannot be recorded until they place an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Delete problem: deleting a customer's last order erases the customer.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Update problem: renaming a product means editing many rows, and missing one leaves two answers.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Unreliable stock: the quantity on hand is kept in more than one place.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These are the insert, delete and update anomalies. Normalization removes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Objectives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Identify the entities, attributes and relationships.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Draw the ER model, then extend the same model into an EER model.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Convert the model into relational tables.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Work out the functional dependencies from sample rows.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Normalize every table from UNF up to BCNF, showing each step.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scope: 7 entities, namely warehouse, product, supplier, customer, orders, shipment and employee.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Out of scope: SQL and PL/SQL (DA2), and a modern database (DA3).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2. The Seven Entities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key attribute identifies one row, and is underlined in every diagram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047" y="2464308"/>
          <a:ext cx="1051560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603504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Entity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Key attribute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Other attributes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WAREHOUSE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WarehouseID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WName, City, Capacity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PName, Category, UnitPrice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SName, City, Phone (many per supplier)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CUSTOMER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CustomerID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CName, Address (Street + City + Pincode),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OrderDate, Status, TotalAmt (calculated)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ShipmentID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DispatchDate, DeliveryDate, 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EName, Role, Salary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3. The Seven Relationships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1:N means one row links to many, M:N means many on both sides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98167" y="2464308"/>
          <a:ext cx="859536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1463040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Relationship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Between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SUPPLIES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SUPPLIER - PRODUCT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STORED_IN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PRODUCT - WAREHOUSE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CONTAINS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PRODUCT - 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WORKS_AT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WAREHOUSE - EMPLOYEE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PLACES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CUSTOMER - 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SHIPPED_BY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ORDERS - 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DISPATCHED_FROM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WAREHOUSE - SHIPMENT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4. The ER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743" y="1078992"/>
            <a:ext cx="9528209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EER Model, the Same Design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20" y="1078992"/>
            <a:ext cx="10036854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What EER Added, and Why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each addition describes something plain ER cannot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32407" y="2464308"/>
          <a:ext cx="932688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12064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EER feature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Where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Weak entity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ORDER_ITEM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Specialization (total, disjoint)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 to MANAGER, DRIVER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Specialization (partial)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PRODUCT to PERISHABLE_PRODUCT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Multivalued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SUPPLIER.Phone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Composite attribute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CUSTOMER.Address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Derived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ORDERS.TotalAmt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Recursive relationship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 SUPERVISES EMPLOYEE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Weak Entity, 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why ORDER_ITEM is drawn differently from every other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ORDER_ITEM cannot exist on its own, an order line means nothing without its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ItemNo (1, 2, 3 and so on) is only unique inside one order, so it is a partial key, shown with a dashed underline.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Its real key is therefore OrderID + ItemNo.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Drawn with a double border, and the diamond joining it to ORDERS is a double diamond, meaning that relationship gives it its identity.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 replaces the M:N CONTAINS relationship from the ER model.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6. Turning the Model into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standard mapping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entity becomes one table, and its key attribute becomes the primary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1:N relationship becomes a foreign key stored on the 'many' side.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M:N relationship becomes a new table whose primary key is the two keys put together.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multivalued attribute becomes its own small table.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composite attribute becomes one column per part.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derived attribute is not stored at all, it is calculated when needed.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weak entity becomes a table keyed by its owner's key plus its own partial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specialization becomes one table per subclass, each sharing the superclass's key.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Why Sample Data Comes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dependencies drive every split that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functional dependency X -&gt; Y means: if you know X, then Y is fixed.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Example, CustID -&gt; CName: once the customer ID is known, the name is decided.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Each normal form is a rule about which dependencies a table may contain, so the dependencies have to be settled before any splitting starts.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Data cannot prove a dependency, but two rows can kill one: agree on X, disagree on Y, and X -&gt; Y is gone.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every relation gets at least five rows, and every candidate dependency is checked against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The Sample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ORDER_LINE rows are numbered 1 to 7 from the top</a:t>
            </a:r>
          </a:p>
        </p:txBody>
      </p:sp>
      <p:pic>
        <p:nvPicPr>
          <p:cNvPr id="5" name="Picture 4" descr="sample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421" y="1463040"/>
            <a:ext cx="9968851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Dependencies That Hold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each one survives every sample row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8007" y="2263140"/>
          <a:ext cx="111556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658368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Dependency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Read off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OrderID -&gt; OrderDate, Status, CustID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O-101 in rows 1 and 2, O-105 in rows 6 and 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CustID -&gt; CName, Street, 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C-01 in rows 1, 2, 4; C-03 in rows 3, 6,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F3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City -&gt; State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Chennai is always Tamil Nadu, Mumbai always Maharashtra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ProductID -&gt; PName, Category,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P-100 is 480 twice, P-104 is 132 twice, P-210 is 96 twice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F5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{OrderID, ProductID} -&gt; Qty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the pair is unique, and neither half works alone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DriverID -&gt; 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D-05 is always Chennai, D-09 always Mumbai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{OrderID, City} -&gt; DriverID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no two rows share an OrderID and a City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Phone -&gt; SupplierID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each number belongs to one supplier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Dependencies the Data Rules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two rows that agree on the left and disagree on the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8007" y="2263140"/>
          <a:ext cx="111556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108960"/>
                <a:gridCol w="713232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Ref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Rejected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Counterexample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ProductID -&gt; Qty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4: P-100 is ordered 20 times on O-101 and 15 times on O-103.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OrderID -&gt; 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2: O-101 holds both P-100 and P-104.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N3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City -&gt; CustID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5: Chennai holds C-01 and also C-05.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Category -&gt; 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5: Staples covers P-100 and also P-108.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N5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CName -&gt; OrderID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4: Sharma Retail placed O-101 and also O-103.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City -&gt; DriverID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DELIVERY_DUTY rows 1 and 7: Chennai is covered by D-05 and by D-11.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OrderID -&gt; DriverID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DELIVERY_DUTY rows 1 and 2: O-101 is served by D-05 and by D-09.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SupplierID -&gt;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SUPPLIER_PHONE rows 1 and 2: S-01 has two numbers.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Candidate Keys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ORDER_LINE: start from {OrderID, ProductID} and close it.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F1 adds OrderDate, Status, CustID. F2 adds CName, Street, City. F3 adds State. F4 adds PName, Category, Price. F5 adds Qty.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All thirteen columns are reached, and neither half works alone (N1, N2), so it is the only candidate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DELIVERY_DUTY: two candidate keys, {OrderID, City} by F7 and {OrderID, DriverID} by F6.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That second key is exactly why it passes 3NF and still fails BCNF.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SUPPLIER_PHONE: {SupplierID, Phone}, and Phone alone by F8.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Four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start with one bad table, then split it one rule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1NF: every cell holds one value, and repeating groups move out.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2NF: no column depends on only part of the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3NF: no ordinary column decides another ordinary column.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BCNF: the left side of every dependency must be a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Each step below names the dependency from section 7 that forces the split.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Where we start, Unnormalized Form (UNF)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One wide table, the way a clerk keeps it in a spreadsheet.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Three cells hold lists: SupplierPhones, Items and Delivery.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Customer details are copied onto every order row.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No atomic key, so no dependency can even be written down yet.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UNF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u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295347"/>
            <a:ext cx="11521440" cy="316341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First Normal Form (1NF)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one value per cell, and repeating groups move out.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Items become ORDER_ITEM, phones become SUPPLIER_PHONE, deliveries become DELIVERY_DUTY.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ORDER_ITEM is keyed by OrderID + ProductID, because N1 and N2 rule out either column alone.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 is keyed by OrderID + City, from F7.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F4 means PName and Category repeat on every line for the same product.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1NF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1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264569"/>
            <a:ext cx="11521440" cy="522497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Second Normal Form (2NF)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no column may depend on only part of the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ORDER_ITEM is keyed by {OrderID, ProductID}, but F4 fixes PName, Category and Price from ProductID alone.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Those three move to PRODUCT, where Price becomes UnitPrice.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Only Qty depends on the whole key (F5), so only Qty stays behind.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F2 and F3 in ORDER_MASTER both start from a non-key column.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2NF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2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264569"/>
            <a:ext cx="11521440" cy="522497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Third Normal Form (3NF)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no ordinary column may decide another ordinary column.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F2 (CustID -&gt; CName, Street, City) becomes CUSTOMER.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F3 (City -&gt; State) becomes CITY.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What is left of ORDER_MASTER becomes ORDERS, keeping CustID as a foreign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DELIVERY_DUTY passes 3NF only because every column of it belongs to some key.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3NF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3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339429"/>
            <a:ext cx="11521440" cy="507525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Boyce-Codd Normal Form (BCNF)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the left side of every dependency must be a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 has two candidate keys, {OrderID, City} and {OrderID, DriverID}, so F7 is fine.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F6 (DriverID -&gt; City) is not, because DriverID is not a key on its own.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'D-09 covers Mumbai' therefore sits on three rows, and two of them can be made to disagree.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Splitting on F6 gives DRIVER_CITY and ORDER_DRIVER, and the join on DriverID returns the original rows.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Every table is now in BCNF.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BCNF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bc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320001"/>
            <a:ext cx="11521440" cy="511410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9. The Decomposition,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every relation, every column, at every stage</a:t>
            </a:r>
          </a:p>
        </p:txBody>
      </p:sp>
      <p:pic>
        <p:nvPicPr>
          <p:cNvPr id="5" name="Picture 4" descr="decomp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792" y="1463040"/>
            <a:ext cx="8340110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10. Final Schema, 17 Tables, All in BCNF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783" y="1078992"/>
            <a:ext cx="9976127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10. Why the Design Is Now Safe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Every fact is stored in exactly one place, so two rows can never disagree.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Correcting a product name, an address or a city's state is a single-row edit.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supplier, product or customer can exist before appearing on any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Deleting an order cannot wipe out the customer who placed 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TotalAmt is calculated, not stored, so it can never fall out of step.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One trade-off: F7, {OrderID, City} -&gt; DriverID, now needs a trigger, which DA2 will add.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11. What Comes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DA2, due 18 September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Create the 17 tables in SQL with keys and constraints, load sample data, add the BCNF trigger, and write PL/SQL for receiving stock and dispatching orders.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DA3, due 23 October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Rebuild on a graph database (Neo4j). Tracing a delivery back through shipment, order, warehouse and supplier is a chain of hops, one line in a graph query but a fresh join for every step in SQL.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0000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023360" y="3794760"/>
            <a:ext cx="411480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444444"/>
                </a:solidFill>
                <a:latin typeface="Calibri"/>
              </a:rPr>
              <a:t>7 entities, 7 relationships, 17 tables, all in BCNF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0000"/>
                </a:solidFill>
                <a:latin typeface="Calibri"/>
              </a:rPr>
              <a:t>Safwaan Mohamed S (25BCE1188)   |   Avi Dhandhania (25BCE1207)   |   Priyal Bhalla (25BCE1261)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and Supply Chain Management System</dc:title>
  <dc:subject>Database Management Systems, Digital Assignment 1</dc:subject>
  <dc:creator>Avi Dhandhania</dc:creator>
  <cp:keywords/>
  <dc:description/>
  <cp:lastModifiedBy>Avi Dhandhania</cp:lastModifiedBy>
  <cp:revision>9</cp:revision>
  <dcterms:created xsi:type="dcterms:W3CDTF">2026-07-21T19:42:00Z</dcterms:created>
  <dcterms:modified xsi:type="dcterms:W3CDTF">2026-07-28T22:15:00Z</dcterms:modified>
  <cp:category/>
</cp:coreProperties>
</file>